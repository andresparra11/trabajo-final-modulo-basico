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40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3/26/2023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5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3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3/26/2023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24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3/26/2023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3/26/2023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7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74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2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7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3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3/26/2023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75" r:id="rId8"/>
    <p:sldLayoutId id="2147483676" r:id="rId9"/>
    <p:sldLayoutId id="2147483677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1" descr="Líneas conectadas formando un fondo de polígonos">
            <a:extLst>
              <a:ext uri="{FF2B5EF4-FFF2-40B4-BE49-F238E27FC236}">
                <a16:creationId xmlns:a16="http://schemas.microsoft.com/office/drawing/2014/main" id="{8070F448-F313-1CD1-40D8-421937C1E8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0014" r="-1" b="5712"/>
          <a:stretch/>
        </p:blipFill>
        <p:spPr>
          <a:xfrm>
            <a:off x="-2988" y="10"/>
            <a:ext cx="12188952" cy="68566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D1D0CC-CCAC-438D-80EC-4CCECE936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lum bright="70000" contrast="-70000"/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BD1636-9054-40A5-A483-B554F6C5E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lum bright="70000" contrast="-70000"/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7"/>
          <a:stretch/>
        </p:blipFill>
        <p:spPr>
          <a:xfrm rot="10800000">
            <a:off x="0" y="3047998"/>
            <a:ext cx="640488" cy="254834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74E1F2-0777-CE44-0A9C-55D46B595FD0}"/>
              </a:ext>
            </a:extLst>
          </p:cNvPr>
          <p:cNvSpPr txBox="1"/>
          <p:nvPr/>
        </p:nvSpPr>
        <p:spPr>
          <a:xfrm>
            <a:off x="4225771" y="4322172"/>
            <a:ext cx="74932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/>
              <a:t>Andrés Felipe Parra Barragán</a:t>
            </a:r>
          </a:p>
          <a:p>
            <a:r>
              <a:rPr lang="es-ES" sz="4000" b="1" dirty="0"/>
              <a:t>Trabajo Final – Módulo Básico</a:t>
            </a:r>
            <a:endParaRPr lang="es-CO" sz="40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FE615F-2A68-D6E5-9B3A-57ABF126DB34}"/>
              </a:ext>
            </a:extLst>
          </p:cNvPr>
          <p:cNvSpPr txBox="1"/>
          <p:nvPr/>
        </p:nvSpPr>
        <p:spPr>
          <a:xfrm>
            <a:off x="10016532" y="5989507"/>
            <a:ext cx="1455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Makaia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92672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Estructuración de carpetas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assets</a:t>
            </a:r>
            <a:endParaRPr lang="es-ES" dirty="0"/>
          </a:p>
          <a:p>
            <a:r>
              <a:rPr lang="es-CO" dirty="0" err="1"/>
              <a:t>css</a:t>
            </a:r>
            <a:endParaRPr lang="es-CO" dirty="0"/>
          </a:p>
          <a:p>
            <a:r>
              <a:rPr lang="es-CO" dirty="0"/>
              <a:t>scripts</a:t>
            </a:r>
          </a:p>
          <a:p>
            <a:r>
              <a:rPr lang="es-CO" dirty="0" err="1"/>
              <a:t>pages</a:t>
            </a:r>
            <a:endParaRPr lang="es-CO" dirty="0"/>
          </a:p>
          <a:p>
            <a:endParaRPr lang="es-CO" dirty="0"/>
          </a:p>
          <a:p>
            <a:pPr marL="0" indent="0">
              <a:buNone/>
            </a:pPr>
            <a:r>
              <a:rPr lang="es-CO" dirty="0"/>
              <a:t>HTML, CSS &amp; JavaScript: </a:t>
            </a:r>
            <a:r>
              <a:rPr lang="es-CO" dirty="0" err="1"/>
              <a:t>index</a:t>
            </a:r>
            <a:r>
              <a:rPr lang="es-CO" dirty="0"/>
              <a:t>, favorites, </a:t>
            </a:r>
            <a:r>
              <a:rPr lang="es-CO" dirty="0" err="1"/>
              <a:t>cart</a:t>
            </a:r>
            <a:r>
              <a:rPr lang="es-CO" dirty="0"/>
              <a:t>, </a:t>
            </a:r>
            <a:r>
              <a:rPr lang="es-CO" dirty="0" err="1"/>
              <a:t>form</a:t>
            </a:r>
            <a:r>
              <a:rPr lang="es-CO" dirty="0"/>
              <a:t>, </a:t>
            </a:r>
            <a:r>
              <a:rPr lang="es-CO" dirty="0" err="1"/>
              <a:t>admin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7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Librerías externas o </a:t>
            </a:r>
            <a:r>
              <a:rPr lang="es-ES" dirty="0" err="1"/>
              <a:t>frameworks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Google </a:t>
            </a:r>
            <a:r>
              <a:rPr lang="es-ES" dirty="0" err="1"/>
              <a:t>Fonts</a:t>
            </a:r>
            <a:endParaRPr lang="es-ES" dirty="0"/>
          </a:p>
          <a:p>
            <a:endParaRPr lang="es-ES" dirty="0"/>
          </a:p>
          <a:p>
            <a:r>
              <a:rPr lang="es-ES" dirty="0"/>
              <a:t>JSON-server</a:t>
            </a:r>
          </a:p>
          <a:p>
            <a:endParaRPr lang="es-ES" dirty="0"/>
          </a:p>
          <a:p>
            <a:r>
              <a:rPr lang="es-ES" dirty="0"/>
              <a:t>SweatAlert2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2943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1. Consumir una lista de productos desde un JSON-server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db.json</a:t>
            </a:r>
            <a:endParaRPr lang="es-ES" dirty="0"/>
          </a:p>
          <a:p>
            <a:endParaRPr lang="es-ES" dirty="0"/>
          </a:p>
          <a:p>
            <a:r>
              <a:rPr lang="es-CO" dirty="0"/>
              <a:t>Cada producto tendrá: id, nombre, imagen, categoría y precio.</a:t>
            </a:r>
          </a:p>
          <a:p>
            <a:endParaRPr lang="es-CO" dirty="0"/>
          </a:p>
          <a:p>
            <a:r>
              <a:rPr lang="es-CO" dirty="0"/>
              <a:t>Verbos GET, POST, PUT, DELETE</a:t>
            </a:r>
          </a:p>
        </p:txBody>
      </p:sp>
    </p:spTree>
    <p:extLst>
      <p:ext uri="{BB962C8B-B14F-4D97-AF65-F5344CB8AC3E}">
        <p14:creationId xmlns:p14="http://schemas.microsoft.com/office/powerpoint/2010/main" val="428302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3600" dirty="0"/>
              <a:t>3. En la página principal, Filtrar por categoría de productos desde la página principal</a:t>
            </a:r>
            <a:endParaRPr lang="es-CO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Botones, uno para cada categoría.</a:t>
            </a:r>
          </a:p>
          <a:p>
            <a:pPr algn="just"/>
            <a:r>
              <a:rPr lang="es-ES" dirty="0"/>
              <a:t>Dos atributos a cada tag asociada a cada </a:t>
            </a:r>
            <a:r>
              <a:rPr lang="es-ES" dirty="0" err="1"/>
              <a:t>card</a:t>
            </a:r>
            <a:r>
              <a:rPr lang="es-ES" dirty="0"/>
              <a:t> de cada uno de los productos. Para saber a que producto se le dio clic y capturar el id de ese producto.</a:t>
            </a:r>
          </a:p>
          <a:p>
            <a:pPr algn="just"/>
            <a:r>
              <a:rPr lang="es-ES" dirty="0"/>
              <a:t>Método </a:t>
            </a:r>
            <a:r>
              <a:rPr lang="es-ES" dirty="0" err="1"/>
              <a:t>filter</a:t>
            </a:r>
            <a:r>
              <a:rPr lang="es-ES" dirty="0"/>
              <a:t> para </a:t>
            </a:r>
            <a:r>
              <a:rPr lang="es-ES" dirty="0" err="1"/>
              <a:t>arrays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Función imprimir la </a:t>
            </a:r>
            <a:r>
              <a:rPr lang="es-ES" dirty="0" err="1"/>
              <a:t>card</a:t>
            </a:r>
            <a:r>
              <a:rPr lang="es-ES" dirty="0"/>
              <a:t> de los productos en la página correspondiente.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3080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3200" dirty="0"/>
              <a:t>4. Al dar clic sobre un botón en la </a:t>
            </a:r>
            <a:r>
              <a:rPr lang="es-ES" sz="3200" dirty="0" err="1"/>
              <a:t>card</a:t>
            </a:r>
            <a:r>
              <a:rPr lang="es-ES" sz="3200" dirty="0"/>
              <a:t> del producto, debe permitir la opción de agregar a favoritos.</a:t>
            </a:r>
            <a:endParaRPr lang="es-CO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Botón añadir a favoritos a cada </a:t>
            </a:r>
            <a:r>
              <a:rPr lang="es-ES" dirty="0" err="1"/>
              <a:t>card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Escuchador de eventos y con los atributos mencionados anteriormente capturar el id que corresponde al botón de la </a:t>
            </a:r>
            <a:r>
              <a:rPr lang="es-ES" dirty="0" err="1"/>
              <a:t>card</a:t>
            </a:r>
            <a:r>
              <a:rPr lang="es-ES" dirty="0"/>
              <a:t> a la cual se está </a:t>
            </a:r>
            <a:r>
              <a:rPr lang="es-ES" dirty="0" err="1"/>
              <a:t>clickeando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Creación y actualización de un array que contenga el id de los productos favoritos o todo el objeto de cada producto.</a:t>
            </a:r>
          </a:p>
          <a:p>
            <a:pPr algn="just"/>
            <a:r>
              <a:rPr lang="es-ES" dirty="0"/>
              <a:t>Se almacenará esta información en el </a:t>
            </a:r>
            <a:r>
              <a:rPr lang="es-ES" dirty="0" err="1"/>
              <a:t>sessionStorage</a:t>
            </a:r>
            <a:r>
              <a:rPr lang="es-ES" dirty="0"/>
              <a:t> para poder usarla en la página de favoritos.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76271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2800" dirty="0"/>
              <a:t>6. Desde la página de favoritos al darle clic al corazón en la </a:t>
            </a:r>
            <a:r>
              <a:rPr lang="es-ES" sz="2800" dirty="0" err="1"/>
              <a:t>card</a:t>
            </a:r>
            <a:r>
              <a:rPr lang="es-ES" sz="2800" dirty="0"/>
              <a:t> del producto, el usuario debe tener la oportunidad de eliminar el producto de favoritos. </a:t>
            </a:r>
            <a:endParaRPr lang="es-CO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s-ES" dirty="0"/>
              <a:t>Escuchar evento clic al botón correspondiente a eliminar de favoritos de cada </a:t>
            </a:r>
            <a:r>
              <a:rPr lang="es-ES" dirty="0" err="1"/>
              <a:t>card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Capturar el id correspondiente a esa </a:t>
            </a:r>
            <a:r>
              <a:rPr lang="es-ES" dirty="0" err="1"/>
              <a:t>card</a:t>
            </a:r>
            <a:r>
              <a:rPr lang="es-ES" dirty="0"/>
              <a:t> y con el método </a:t>
            </a:r>
            <a:r>
              <a:rPr lang="es-ES" dirty="0" err="1"/>
              <a:t>findIndex</a:t>
            </a:r>
            <a:r>
              <a:rPr lang="es-ES" dirty="0"/>
              <a:t> y </a:t>
            </a:r>
            <a:r>
              <a:rPr lang="es-ES" dirty="0" err="1"/>
              <a:t>slice</a:t>
            </a:r>
            <a:r>
              <a:rPr lang="es-ES" dirty="0"/>
              <a:t> para </a:t>
            </a:r>
            <a:r>
              <a:rPr lang="es-ES" dirty="0" err="1"/>
              <a:t>arrays</a:t>
            </a:r>
            <a:r>
              <a:rPr lang="es-ES" dirty="0"/>
              <a:t> se realizará la eliminación del respectivo producto en el </a:t>
            </a:r>
            <a:r>
              <a:rPr lang="es-ES" dirty="0" err="1"/>
              <a:t>arrays</a:t>
            </a:r>
            <a:r>
              <a:rPr lang="es-ES" dirty="0"/>
              <a:t> donde se encuentren todos los productos favoritos.</a:t>
            </a:r>
          </a:p>
          <a:p>
            <a:pPr algn="just"/>
            <a:r>
              <a:rPr lang="es-ES" dirty="0"/>
              <a:t>Actualizar el </a:t>
            </a:r>
            <a:r>
              <a:rPr lang="es-ES" dirty="0" err="1"/>
              <a:t>sessionStorage</a:t>
            </a:r>
            <a:r>
              <a:rPr lang="es-ES" dirty="0"/>
              <a:t>.</a:t>
            </a:r>
          </a:p>
          <a:p>
            <a:pPr algn="just"/>
            <a:r>
              <a:rPr lang="es-CO" dirty="0" err="1"/>
              <a:t>Windows.location.href</a:t>
            </a:r>
            <a:r>
              <a:rPr lang="es-CO" dirty="0"/>
              <a:t>, redirigir a la misma página de favoritos.</a:t>
            </a:r>
          </a:p>
        </p:txBody>
      </p:sp>
    </p:spTree>
    <p:extLst>
      <p:ext uri="{BB962C8B-B14F-4D97-AF65-F5344CB8AC3E}">
        <p14:creationId xmlns:p14="http://schemas.microsoft.com/office/powerpoint/2010/main" val="1584954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</a:t>
            </a:r>
            <a:r>
              <a:rPr lang="es-CO" dirty="0"/>
              <a:t>Agregar productos al carrito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ES" dirty="0"/>
              <a:t>Escuchar evento clic al botón correspondiente a añadir al carrito de compras de cada </a:t>
            </a:r>
            <a:r>
              <a:rPr lang="es-ES" dirty="0" err="1"/>
              <a:t>card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Capturar el id correspondiente a esa </a:t>
            </a:r>
            <a:r>
              <a:rPr lang="es-ES" dirty="0" err="1"/>
              <a:t>card</a:t>
            </a:r>
            <a:r>
              <a:rPr lang="es-ES" dirty="0"/>
              <a:t> y con el método </a:t>
            </a:r>
            <a:r>
              <a:rPr lang="es-ES" dirty="0" err="1"/>
              <a:t>push</a:t>
            </a:r>
            <a:r>
              <a:rPr lang="es-ES" dirty="0"/>
              <a:t> para </a:t>
            </a:r>
            <a:r>
              <a:rPr lang="es-ES" dirty="0" err="1"/>
              <a:t>arrays</a:t>
            </a:r>
            <a:r>
              <a:rPr lang="es-ES" dirty="0"/>
              <a:t> se añadirá el respectivo producto en el </a:t>
            </a:r>
            <a:r>
              <a:rPr lang="es-ES" dirty="0" err="1"/>
              <a:t>arrays</a:t>
            </a:r>
            <a:r>
              <a:rPr lang="es-ES" dirty="0"/>
              <a:t> donde se encuentren todos los productos en el carrito.</a:t>
            </a:r>
          </a:p>
          <a:p>
            <a:pPr algn="just"/>
            <a:r>
              <a:rPr lang="es-ES" dirty="0"/>
              <a:t>Actualizar el </a:t>
            </a:r>
            <a:r>
              <a:rPr lang="es-ES" dirty="0" err="1"/>
              <a:t>sessionStorage</a:t>
            </a:r>
            <a:r>
              <a:rPr lang="es-ES" dirty="0"/>
              <a:t>.</a:t>
            </a:r>
          </a:p>
          <a:p>
            <a:pPr algn="just"/>
            <a:r>
              <a:rPr lang="es-CO" dirty="0"/>
              <a:t>Variable auxiliar para modificar el contador de productos que hay en el carrito.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90408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2800" dirty="0"/>
              <a:t>10. El botón "</a:t>
            </a:r>
            <a:r>
              <a:rPr lang="es-ES" sz="2800" dirty="0" err="1"/>
              <a:t>Process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Checkout</a:t>
            </a:r>
            <a:r>
              <a:rPr lang="es-ES" sz="2800" dirty="0"/>
              <a:t>" debe abrir un formulario, donde permita ingresar: nombre, dirección y teléfono.</a:t>
            </a:r>
            <a:endParaRPr lang="es-CO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Escuchar evento clic al botón “</a:t>
            </a:r>
            <a:r>
              <a:rPr lang="es-ES" dirty="0" err="1"/>
              <a:t>Procces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”.</a:t>
            </a:r>
          </a:p>
          <a:p>
            <a:pPr algn="just"/>
            <a:r>
              <a:rPr lang="es-CO" dirty="0" err="1"/>
              <a:t>Windows.location.href</a:t>
            </a:r>
            <a:r>
              <a:rPr lang="es-ES" dirty="0"/>
              <a:t>, a la página correspondiente al formulario por diligenciar.</a:t>
            </a:r>
          </a:p>
          <a:p>
            <a:pPr algn="just"/>
            <a:r>
              <a:rPr lang="es-ES" dirty="0"/>
              <a:t>3 Input con </a:t>
            </a:r>
            <a:r>
              <a:rPr lang="es-ES" dirty="0" err="1"/>
              <a:t>placeholder</a:t>
            </a:r>
            <a:r>
              <a:rPr lang="es-ES" dirty="0"/>
              <a:t> relacionado para el nombre, la dirección y el teléfono del usuario que va a realizar la compra.</a:t>
            </a:r>
          </a:p>
          <a:p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1370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2800" dirty="0"/>
              <a:t>12. Al presionar el botón "</a:t>
            </a:r>
            <a:r>
              <a:rPr lang="es-ES" sz="2800" dirty="0" err="1"/>
              <a:t>Buy</a:t>
            </a:r>
            <a:r>
              <a:rPr lang="es-ES" sz="2800" dirty="0"/>
              <a:t> </a:t>
            </a:r>
            <a:r>
              <a:rPr lang="es-ES" sz="2800" dirty="0" err="1"/>
              <a:t>Now</a:t>
            </a:r>
            <a:r>
              <a:rPr lang="es-ES" sz="2800" dirty="0"/>
              <a:t>" debe guardar la compra en un array de compras dentro del </a:t>
            </a:r>
            <a:r>
              <a:rPr lang="es-ES" sz="2800" dirty="0" err="1"/>
              <a:t>Json</a:t>
            </a:r>
            <a:r>
              <a:rPr lang="es-ES" sz="2800" dirty="0"/>
              <a:t>-Server.</a:t>
            </a:r>
            <a:endParaRPr lang="es-CO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Escuchador de eventos para el botón “</a:t>
            </a:r>
            <a:r>
              <a:rPr lang="es-ES" dirty="0" err="1"/>
              <a:t>Buy</a:t>
            </a:r>
            <a:r>
              <a:rPr lang="es-ES" dirty="0"/>
              <a:t> </a:t>
            </a:r>
            <a:r>
              <a:rPr lang="es-ES" dirty="0" err="1"/>
              <a:t>Now</a:t>
            </a:r>
            <a:r>
              <a:rPr lang="es-ES" dirty="0"/>
              <a:t>”. </a:t>
            </a:r>
          </a:p>
          <a:p>
            <a:pPr algn="just"/>
            <a:r>
              <a:rPr lang="es-ES" dirty="0"/>
              <a:t>Capturar los productos que se van a comprar usando la información que hay almacenada en el </a:t>
            </a:r>
            <a:r>
              <a:rPr lang="es-ES" dirty="0" err="1"/>
              <a:t>sessionStorage</a:t>
            </a:r>
            <a:r>
              <a:rPr lang="es-ES" dirty="0"/>
              <a:t> de los productos en el carrito.</a:t>
            </a:r>
          </a:p>
          <a:p>
            <a:pPr algn="just"/>
            <a:r>
              <a:rPr lang="es-ES" dirty="0"/>
              <a:t>Capturar los valores que se diligenciaron  en el formulario asociado a la compra. </a:t>
            </a:r>
          </a:p>
          <a:p>
            <a:pPr algn="just"/>
            <a:r>
              <a:rPr lang="es-ES" dirty="0"/>
              <a:t>Usar el verbo POST para crear un recurso asociado a la compra que se va a realizar. Los datos de esta compra será un array de objetos con la información de los dos ítem anteriores.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37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3600" dirty="0"/>
              <a:t>13. En una página adicional de administrador, permitir al usuario:</a:t>
            </a:r>
            <a:endParaRPr lang="es-CO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Crear un archivo con el nombre admin.html. </a:t>
            </a:r>
          </a:p>
          <a:p>
            <a:r>
              <a:rPr lang="es-ES" dirty="0"/>
              <a:t>Botones para modificar, borrar y añadir un producto.</a:t>
            </a:r>
          </a:p>
          <a:p>
            <a:pPr algn="just"/>
            <a:r>
              <a:rPr lang="es-ES" dirty="0"/>
              <a:t>Escuchador de clic para cada botón e identificación de a qué producto se le está dando clic con su ID.</a:t>
            </a:r>
          </a:p>
          <a:p>
            <a:pPr algn="just"/>
            <a:r>
              <a:rPr lang="es-ES" dirty="0"/>
              <a:t>Verbos GET, PUT, DELETE y POST para realizar la respectiva tarea en el JSON-server y posteriormente redirigir a la página donde se está nuevamente.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30901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16. Detalle narrativamente: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Funciones (</a:t>
            </a:r>
            <a:r>
              <a:rPr lang="es-ES" dirty="0" err="1"/>
              <a:t>arrow</a:t>
            </a:r>
            <a:r>
              <a:rPr lang="es-ES" dirty="0"/>
              <a:t> </a:t>
            </a:r>
            <a:r>
              <a:rPr lang="es-ES" dirty="0" err="1"/>
              <a:t>functions</a:t>
            </a:r>
            <a:r>
              <a:rPr lang="es-ES" dirty="0"/>
              <a:t>)</a:t>
            </a:r>
            <a:r>
              <a:rPr lang="es-CO" dirty="0"/>
              <a:t>.</a:t>
            </a:r>
          </a:p>
          <a:p>
            <a:r>
              <a:rPr lang="es-CO" dirty="0"/>
              <a:t>Peticiones </a:t>
            </a:r>
            <a:r>
              <a:rPr lang="es-CO" dirty="0" err="1"/>
              <a:t>HTTPs</a:t>
            </a:r>
            <a:r>
              <a:rPr lang="es-CO" dirty="0"/>
              <a:t> (GET, POST, PUT, PATCH, DELETE).</a:t>
            </a:r>
          </a:p>
          <a:p>
            <a:r>
              <a:rPr lang="es-ES" dirty="0"/>
              <a:t>Condicionales.</a:t>
            </a:r>
          </a:p>
          <a:p>
            <a:r>
              <a:rPr lang="es-ES" dirty="0"/>
              <a:t>JSON-server.</a:t>
            </a:r>
          </a:p>
          <a:p>
            <a:r>
              <a:rPr lang="es-ES" dirty="0"/>
              <a:t>Eventos.</a:t>
            </a:r>
          </a:p>
          <a:p>
            <a:r>
              <a:rPr lang="es-ES" dirty="0"/>
              <a:t>Métodos del DOM HTML.</a:t>
            </a:r>
          </a:p>
          <a:p>
            <a:r>
              <a:rPr lang="es-ES" dirty="0" err="1"/>
              <a:t>Async</a:t>
            </a:r>
            <a:r>
              <a:rPr lang="es-ES" dirty="0"/>
              <a:t>/</a:t>
            </a:r>
            <a:r>
              <a:rPr lang="es-ES" dirty="0" err="1"/>
              <a:t>Await</a:t>
            </a:r>
            <a:r>
              <a:rPr lang="es-ES" dirty="0"/>
              <a:t> ó .</a:t>
            </a:r>
            <a:r>
              <a:rPr lang="es-ES" dirty="0" err="1"/>
              <a:t>then</a:t>
            </a:r>
            <a:r>
              <a:rPr lang="es-ES" dirty="0"/>
              <a:t>( ) .catch( )</a:t>
            </a:r>
          </a:p>
          <a:p>
            <a:r>
              <a:rPr lang="es-ES" dirty="0" err="1"/>
              <a:t>localStorage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7070989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LightSeedRightStep">
      <a:dk1>
        <a:srgbClr val="000000"/>
      </a:dk1>
      <a:lt1>
        <a:srgbClr val="FFFFFF"/>
      </a:lt1>
      <a:dk2>
        <a:srgbClr val="412524"/>
      </a:dk2>
      <a:lt2>
        <a:srgbClr val="E2E8E8"/>
      </a:lt2>
      <a:accent1>
        <a:srgbClr val="C69896"/>
      </a:accent1>
      <a:accent2>
        <a:srgbClr val="BA997F"/>
      </a:accent2>
      <a:accent3>
        <a:srgbClr val="AAA480"/>
      </a:accent3>
      <a:accent4>
        <a:srgbClr val="9BAA74"/>
      </a:accent4>
      <a:accent5>
        <a:srgbClr val="8FAC82"/>
      </a:accent5>
      <a:accent6>
        <a:srgbClr val="78B07E"/>
      </a:accent6>
      <a:hlink>
        <a:srgbClr val="568D8F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722</Words>
  <Application>Microsoft Office PowerPoint</Application>
  <PresentationFormat>Panorámica</PresentationFormat>
  <Paragraphs>65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AvenirNext LT Pro Medium</vt:lpstr>
      <vt:lpstr>BlockprintVTI</vt:lpstr>
      <vt:lpstr>Presentación de PowerPoint</vt:lpstr>
      <vt:lpstr>Estructuración de carpetas</vt:lpstr>
      <vt:lpstr>Librerías externas o frameworks</vt:lpstr>
      <vt:lpstr>1. Consumir una lista de productos desde un JSON-server</vt:lpstr>
      <vt:lpstr>3. En la página principal, Filtrar por categoría de productos desde la página principal</vt:lpstr>
      <vt:lpstr>4. Al dar clic sobre un botón en la card del producto, debe permitir la opción de agregar a favoritos.</vt:lpstr>
      <vt:lpstr>6. Desde la página de favoritos al darle clic al corazón en la card del producto, el usuario debe tener la oportunidad de eliminar el producto de favoritos. </vt:lpstr>
      <vt:lpstr>7. Agregar productos al carrito </vt:lpstr>
      <vt:lpstr>10. El botón "Process To Checkout" debe abrir un formulario, donde permita ingresar: nombre, dirección y teléfono.</vt:lpstr>
      <vt:lpstr>12. Al presionar el botón "Buy Now" debe guardar la compra en un array de compras dentro del Json-Server.</vt:lpstr>
      <vt:lpstr>13. En una página adicional de administrador, permitir al usuario:</vt:lpstr>
      <vt:lpstr>16. Detalle narrativamente: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Parra</dc:creator>
  <cp:lastModifiedBy>Andrés Parra</cp:lastModifiedBy>
  <cp:revision>6</cp:revision>
  <dcterms:created xsi:type="dcterms:W3CDTF">2023-03-27T04:01:49Z</dcterms:created>
  <dcterms:modified xsi:type="dcterms:W3CDTF">2023-03-27T11:12:11Z</dcterms:modified>
</cp:coreProperties>
</file>