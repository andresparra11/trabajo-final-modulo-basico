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F9204-3F29-4C3A-BA41-3063400202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393CD-7262-4AC7-80E6-52FE6F3F3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0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430AE-0210-4E82-AD7B-41B112DE7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11A6662E-FAF4-44BC-88B5-85A7CBFB6D30}" type="datetime1">
              <a:rPr lang="en-US" smtClean="0"/>
              <a:pPr/>
              <a:t>3/27/2023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21974-7DEC-459D-9642-CB5B59C82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731837-C94E-4B5B-BCF0-110C69EDB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540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CC1FC-ADE8-488C-A1DA-2FD569FD4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02842-38C3-46D6-8527-0F6FE623C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64CF5-F681-40C2-88CC-E02206C9C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3/27/2023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04753-4FE4-4A6F-99BB-CFFC92E0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569D1-DB13-4BD9-8BA9-0DEAD98F8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4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20B05-7BF6-4073-9106-FA19E9727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8EE8D7-6B58-4A3F-9DD5-E563D5192A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2990E-9F0A-446A-B5B8-459CA8D98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3/27/2023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E68EAA-4377-45FF-9D7C-9E77BC9F2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7FA71-74C3-44B8-A0AC-E18A1E76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757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71F12-2D88-4F76-AF46-BD5156C12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E1AA46-E3EB-4704-B019-F90F1E6177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17480F-A530-4D05-9A22-E573FB4BA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56FDA-C47A-4F4A-A364-BA60A25AB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3/27/2023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26D8DD-6D84-44D4-8A1B-57615B3E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C8FE31-B577-4017-8AFE-A8BA09596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33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C28C9-B8CC-413F-9FFA-626680E4A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53FE72-9D42-45F5-A37F-B12130388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52600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3A31D-9B5F-4DE3-B18D-F7F77782E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666999"/>
            <a:ext cx="5157787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E1D2D-822C-466C-A7B9-1A2D97366A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52600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F13B2C-44CA-49C4-BC84-02AF1638F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666999"/>
            <a:ext cx="5183188" cy="3522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793CB55-E9C1-4CE6-9B61-81B71475B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3/27/2023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22318-747B-4EC9-862C-D9FD488CC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FBDDDF-16BD-438D-937D-0E3E30E74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024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92D5F-0BD4-4517-9233-E08AF405B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3523B8-51E3-48B8-BFD8-CE9506198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3/27/2023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739B90-5D50-4424-B51D-53C3916218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F9286-3A00-4D3C-A3F0-50AC9045C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23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933BE2-665A-42DA-A3B7-835F81A3F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3/27/2023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4DBCBD-AD42-432D-ABA9-20D616AF3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40251-3596-4673-B24B-59A6F9ED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71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81A1-6D8E-4DD6-8E49-DABDE6D10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3F18F-F78D-4A31-A6BC-6552105BCF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2C2F4-BDF4-4A4F-AA3D-52692932C2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13850F-5C87-4F08-9658-EAF049B60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3/27/2023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0BCE9A-A746-4439-B5D3-966FBC8E5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1D3B51-AA2E-4AA1-8062-A0D476D8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274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02CF7-F453-4B3E-9510-D74797987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E2A1B9-8A2A-4B49-8B79-76D3EEB36B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9FEA03-0EC4-4085-AE63-4AA492D61A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AD5B-0DEA-4C6F-94D2-FAA99F2E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3/27/2023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DC6744-7CBA-4A1D-8F87-10699F98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D9048-35FF-4BE9-8157-BE4BAA1C7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029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ABDD2-E186-4F25-8FDE-D1E875E9C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8CC5B-A7E0-48B1-8329-6533AC76E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05B1B-77FE-4BFC-BF87-87DA989F00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3/27/2023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8531E-1B90-4631-BD37-4BB1DBFAB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8A55E8-88DC-4280-8E04-FF50FF8ED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74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60633D-90E4-4F5A-9EBF-DDEC2B0B4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D3065-FA3D-42C8-BFDA-967C87F4F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C126F-38E2-4425-861F-98ED43228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3/27/2023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645D8-F22A-4354-A8B3-96E8A2D23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E2295-A616-4D57-8800-7B7E213A8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035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1CB7E8AE-A3AC-4BB7-A5C6-F00EC697B265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84D45-0ED3-4D03-8E44-5E355C913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254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687D6E-D1E9-489C-9AA9-3575C39B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49450"/>
            <a:ext cx="10515600" cy="41957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364E9C-08EE-4B1B-B3FC-D6D997F4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3/27/2023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0A1F1-38FE-4C27-81E6-A43A54793F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2460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6B39A-FFD8-42EF-ADC7-7DB3B302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246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>
                    <a:alpha val="60000"/>
                  </a:schemeClr>
                </a:solidFill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91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75" r:id="rId8"/>
    <p:sldLayoutId id="2147483676" r:id="rId9"/>
    <p:sldLayoutId id="2147483677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ABF38A-8A0D-492E-BD20-6CF4D46B5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8004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B7E8AE-A3AC-4BB7-A5C6-F00EC697B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1392401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7FDDF72-DE39-4F99-A3C1-DD9D7815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4ECE80-3AD1-450C-B62A-98788F1939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pic>
        <p:nvPicPr>
          <p:cNvPr id="4" name="Picture 1" descr="Líneas conectadas formando un fondo de polígonos">
            <a:extLst>
              <a:ext uri="{FF2B5EF4-FFF2-40B4-BE49-F238E27FC236}">
                <a16:creationId xmlns:a16="http://schemas.microsoft.com/office/drawing/2014/main" id="{8070F448-F313-1CD1-40D8-421937C1E82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/>
          </a:blip>
          <a:srcRect t="10014" r="-1" b="5712"/>
          <a:stretch/>
        </p:blipFill>
        <p:spPr>
          <a:xfrm>
            <a:off x="-2988" y="10"/>
            <a:ext cx="12188952" cy="685661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D1D0CC-CCAC-438D-80EC-4CCECE936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lum bright="70000" contrast="-70000"/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18" r="40625"/>
          <a:stretch/>
        </p:blipFill>
        <p:spPr>
          <a:xfrm>
            <a:off x="10744200" y="0"/>
            <a:ext cx="1447800" cy="153575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CBD1636-9054-40A5-A483-B554F6C5E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lum bright="70000" contrast="-70000"/>
            <a:alphaModFix am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807"/>
          <a:stretch/>
        </p:blipFill>
        <p:spPr>
          <a:xfrm rot="10800000">
            <a:off x="0" y="3047998"/>
            <a:ext cx="640488" cy="2548349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074E1F2-0777-CE44-0A9C-55D46B595FD0}"/>
              </a:ext>
            </a:extLst>
          </p:cNvPr>
          <p:cNvSpPr txBox="1"/>
          <p:nvPr/>
        </p:nvSpPr>
        <p:spPr>
          <a:xfrm>
            <a:off x="4225771" y="4322172"/>
            <a:ext cx="749320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4000" b="1" dirty="0"/>
              <a:t>Andrés Felipe Parra Barragán</a:t>
            </a:r>
          </a:p>
          <a:p>
            <a:r>
              <a:rPr lang="es-ES" sz="4000" b="1" dirty="0"/>
              <a:t>Trabajo Final – Módulo Básico</a:t>
            </a:r>
            <a:endParaRPr lang="es-CO" sz="4000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FFE615F-2A68-D6E5-9B3A-57ABF126DB34}"/>
              </a:ext>
            </a:extLst>
          </p:cNvPr>
          <p:cNvSpPr txBox="1"/>
          <p:nvPr/>
        </p:nvSpPr>
        <p:spPr>
          <a:xfrm>
            <a:off x="10016532" y="5989507"/>
            <a:ext cx="14553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800" b="1" dirty="0"/>
              <a:t>Makaia</a:t>
            </a:r>
            <a:endParaRPr lang="es-CO" sz="2800" b="1" dirty="0"/>
          </a:p>
        </p:txBody>
      </p:sp>
    </p:spTree>
    <p:extLst>
      <p:ext uri="{BB962C8B-B14F-4D97-AF65-F5344CB8AC3E}">
        <p14:creationId xmlns:p14="http://schemas.microsoft.com/office/powerpoint/2010/main" val="1926727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Estructuración de carpetas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assets</a:t>
            </a:r>
            <a:endParaRPr lang="es-ES" dirty="0"/>
          </a:p>
          <a:p>
            <a:r>
              <a:rPr lang="es-CO" dirty="0" err="1"/>
              <a:t>css</a:t>
            </a:r>
            <a:endParaRPr lang="es-CO" dirty="0"/>
          </a:p>
          <a:p>
            <a:r>
              <a:rPr lang="es-CO" dirty="0"/>
              <a:t>scripts</a:t>
            </a:r>
          </a:p>
          <a:p>
            <a:r>
              <a:rPr lang="es-CO" dirty="0" err="1"/>
              <a:t>pages</a:t>
            </a:r>
            <a:endParaRPr lang="es-CO" dirty="0"/>
          </a:p>
          <a:p>
            <a:endParaRPr lang="es-CO" dirty="0"/>
          </a:p>
          <a:p>
            <a:pPr marL="0" indent="0">
              <a:buNone/>
            </a:pPr>
            <a:r>
              <a:rPr lang="es-CO" dirty="0"/>
              <a:t>HTML, CSS &amp; JavaScript: </a:t>
            </a:r>
            <a:r>
              <a:rPr lang="es-CO" dirty="0" err="1"/>
              <a:t>index</a:t>
            </a:r>
            <a:r>
              <a:rPr lang="es-CO" dirty="0"/>
              <a:t>, favorites, </a:t>
            </a:r>
            <a:r>
              <a:rPr lang="es-CO" dirty="0" err="1"/>
              <a:t>cart</a:t>
            </a:r>
            <a:r>
              <a:rPr lang="es-CO" dirty="0"/>
              <a:t>, </a:t>
            </a:r>
            <a:r>
              <a:rPr lang="es-CO" dirty="0" err="1"/>
              <a:t>form</a:t>
            </a:r>
            <a:r>
              <a:rPr lang="es-CO" dirty="0"/>
              <a:t>, </a:t>
            </a:r>
            <a:r>
              <a:rPr lang="es-CO" dirty="0" err="1"/>
              <a:t>admin</a:t>
            </a:r>
            <a:r>
              <a:rPr lang="es-C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74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Librerías externas o </a:t>
            </a:r>
            <a:r>
              <a:rPr lang="es-ES" dirty="0" err="1"/>
              <a:t>frameworks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Google </a:t>
            </a:r>
            <a:r>
              <a:rPr lang="es-ES" dirty="0" err="1"/>
              <a:t>Fonts</a:t>
            </a:r>
            <a:endParaRPr lang="es-ES" dirty="0"/>
          </a:p>
          <a:p>
            <a:endParaRPr lang="es-ES" dirty="0"/>
          </a:p>
          <a:p>
            <a:r>
              <a:rPr lang="es-ES" dirty="0"/>
              <a:t>JSON-server</a:t>
            </a:r>
          </a:p>
          <a:p>
            <a:endParaRPr lang="es-ES" dirty="0"/>
          </a:p>
          <a:p>
            <a:r>
              <a:rPr lang="es-ES" dirty="0"/>
              <a:t>SweatAlert2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29433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1. Consumir una lista de productos desde un JSON-server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db.json</a:t>
            </a:r>
            <a:endParaRPr lang="es-ES" dirty="0"/>
          </a:p>
          <a:p>
            <a:endParaRPr lang="es-ES" dirty="0"/>
          </a:p>
          <a:p>
            <a:r>
              <a:rPr lang="es-CO" dirty="0"/>
              <a:t>Cada producto tendrá: id, nombre, imagen, categoría y precio.</a:t>
            </a:r>
          </a:p>
          <a:p>
            <a:endParaRPr lang="es-CO" dirty="0"/>
          </a:p>
          <a:p>
            <a:r>
              <a:rPr lang="es-CO" dirty="0"/>
              <a:t>Verbos GET, POST, PUT, DELETE</a:t>
            </a:r>
          </a:p>
        </p:txBody>
      </p:sp>
    </p:spTree>
    <p:extLst>
      <p:ext uri="{BB962C8B-B14F-4D97-AF65-F5344CB8AC3E}">
        <p14:creationId xmlns:p14="http://schemas.microsoft.com/office/powerpoint/2010/main" val="4283029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ES" sz="3600" dirty="0"/>
              <a:t>3. En la página principal, Filtrar por categoría de productos desde la página principal</a:t>
            </a:r>
            <a:endParaRPr lang="es-CO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Botones, uno para cada categoría.</a:t>
            </a:r>
          </a:p>
          <a:p>
            <a:pPr algn="just"/>
            <a:r>
              <a:rPr lang="es-ES" dirty="0"/>
              <a:t>Dos atributos a cada tag asociada a cada </a:t>
            </a:r>
            <a:r>
              <a:rPr lang="es-ES" dirty="0" err="1"/>
              <a:t>card</a:t>
            </a:r>
            <a:r>
              <a:rPr lang="es-ES" dirty="0"/>
              <a:t> de cada uno de los productos. Para saber a que producto se le dio clic y capturar el id de ese producto.</a:t>
            </a:r>
          </a:p>
          <a:p>
            <a:pPr algn="just"/>
            <a:r>
              <a:rPr lang="es-ES" dirty="0"/>
              <a:t>Método </a:t>
            </a:r>
            <a:r>
              <a:rPr lang="es-ES" dirty="0" err="1"/>
              <a:t>filter</a:t>
            </a:r>
            <a:r>
              <a:rPr lang="es-ES" dirty="0"/>
              <a:t> para </a:t>
            </a:r>
            <a:r>
              <a:rPr lang="es-ES" dirty="0" err="1"/>
              <a:t>arrays</a:t>
            </a:r>
            <a:r>
              <a:rPr lang="es-ES" dirty="0"/>
              <a:t>.</a:t>
            </a:r>
          </a:p>
          <a:p>
            <a:pPr algn="just"/>
            <a:r>
              <a:rPr lang="es-ES" dirty="0"/>
              <a:t>Función imprimir la </a:t>
            </a:r>
            <a:r>
              <a:rPr lang="es-ES" dirty="0" err="1"/>
              <a:t>card</a:t>
            </a:r>
            <a:r>
              <a:rPr lang="es-ES" dirty="0"/>
              <a:t> de los productos en la página correspondiente.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030803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ES" sz="3200" dirty="0"/>
              <a:t>4. Al dar clic sobre un botón en la </a:t>
            </a:r>
            <a:r>
              <a:rPr lang="es-ES" sz="3200" dirty="0" err="1"/>
              <a:t>card</a:t>
            </a:r>
            <a:r>
              <a:rPr lang="es-ES" sz="3200" dirty="0"/>
              <a:t> del producto, debe permitir la opción de agregar a favoritos.</a:t>
            </a:r>
            <a:endParaRPr lang="es-CO" sz="32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Botón añadir a favoritos a cada </a:t>
            </a:r>
            <a:r>
              <a:rPr lang="es-ES" dirty="0" err="1"/>
              <a:t>card</a:t>
            </a:r>
            <a:r>
              <a:rPr lang="es-ES" dirty="0"/>
              <a:t>.</a:t>
            </a:r>
          </a:p>
          <a:p>
            <a:pPr algn="just"/>
            <a:r>
              <a:rPr lang="es-ES" dirty="0"/>
              <a:t>Escuchador de eventos y con los atributos mencionados anteriormente capturar el id que corresponde al botón de la </a:t>
            </a:r>
            <a:r>
              <a:rPr lang="es-ES" dirty="0" err="1"/>
              <a:t>card</a:t>
            </a:r>
            <a:r>
              <a:rPr lang="es-ES" dirty="0"/>
              <a:t> a la cual se está </a:t>
            </a:r>
            <a:r>
              <a:rPr lang="es-ES" dirty="0" err="1"/>
              <a:t>clickeando</a:t>
            </a:r>
            <a:r>
              <a:rPr lang="es-ES" dirty="0"/>
              <a:t>.</a:t>
            </a:r>
          </a:p>
          <a:p>
            <a:pPr algn="just"/>
            <a:r>
              <a:rPr lang="es-ES" dirty="0"/>
              <a:t>Creación y actualización de un array que contenga el id de los productos favoritos o todo el objeto de cada producto.</a:t>
            </a:r>
          </a:p>
          <a:p>
            <a:pPr algn="just"/>
            <a:r>
              <a:rPr lang="es-ES" dirty="0"/>
              <a:t>Se almacenará esta información en el </a:t>
            </a:r>
            <a:r>
              <a:rPr lang="es-ES" dirty="0" err="1"/>
              <a:t>sessionStorage</a:t>
            </a:r>
            <a:r>
              <a:rPr lang="es-ES" dirty="0"/>
              <a:t> para poder usarla en la página de favoritos.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376271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ES" sz="2800" dirty="0"/>
              <a:t>6. Desde la página de favoritos al darle clic al corazón en la </a:t>
            </a:r>
            <a:r>
              <a:rPr lang="es-ES" sz="2800" dirty="0" err="1"/>
              <a:t>card</a:t>
            </a:r>
            <a:r>
              <a:rPr lang="es-ES" sz="2800" dirty="0"/>
              <a:t> del producto, el usuario debe tener la oportunidad de eliminar el producto de favoritos. </a:t>
            </a:r>
            <a:endParaRPr lang="es-CO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s-ES" dirty="0"/>
              <a:t>Escuchar evento clic al botón correspondiente a eliminar de favoritos de cada </a:t>
            </a:r>
            <a:r>
              <a:rPr lang="es-ES" dirty="0" err="1"/>
              <a:t>card</a:t>
            </a:r>
            <a:r>
              <a:rPr lang="es-ES" dirty="0"/>
              <a:t>.</a:t>
            </a:r>
          </a:p>
          <a:p>
            <a:pPr algn="just"/>
            <a:r>
              <a:rPr lang="es-ES" dirty="0"/>
              <a:t>Capturar el id correspondiente a esa </a:t>
            </a:r>
            <a:r>
              <a:rPr lang="es-ES" dirty="0" err="1"/>
              <a:t>card</a:t>
            </a:r>
            <a:r>
              <a:rPr lang="es-ES" dirty="0"/>
              <a:t> y con el método </a:t>
            </a:r>
            <a:r>
              <a:rPr lang="es-ES" dirty="0" err="1"/>
              <a:t>findIndex</a:t>
            </a:r>
            <a:r>
              <a:rPr lang="es-ES" dirty="0"/>
              <a:t> y </a:t>
            </a:r>
            <a:r>
              <a:rPr lang="es-ES" dirty="0" err="1"/>
              <a:t>slice</a:t>
            </a:r>
            <a:r>
              <a:rPr lang="es-ES" dirty="0"/>
              <a:t> para </a:t>
            </a:r>
            <a:r>
              <a:rPr lang="es-ES" dirty="0" err="1"/>
              <a:t>arrays</a:t>
            </a:r>
            <a:r>
              <a:rPr lang="es-ES" dirty="0"/>
              <a:t> se realizará la eliminación del respectivo producto en el </a:t>
            </a:r>
            <a:r>
              <a:rPr lang="es-ES" dirty="0" err="1"/>
              <a:t>arrays</a:t>
            </a:r>
            <a:r>
              <a:rPr lang="es-ES" dirty="0"/>
              <a:t> donde se encuentren todos los productos favoritos.</a:t>
            </a:r>
          </a:p>
          <a:p>
            <a:pPr algn="just"/>
            <a:r>
              <a:rPr lang="es-ES" dirty="0"/>
              <a:t>Actualizar el </a:t>
            </a:r>
            <a:r>
              <a:rPr lang="es-ES" dirty="0" err="1"/>
              <a:t>sessionStorage</a:t>
            </a:r>
            <a:r>
              <a:rPr lang="es-ES" dirty="0"/>
              <a:t>.</a:t>
            </a:r>
          </a:p>
          <a:p>
            <a:pPr algn="just"/>
            <a:r>
              <a:rPr lang="es-CO" dirty="0" err="1"/>
              <a:t>Windows.location.href</a:t>
            </a:r>
            <a:r>
              <a:rPr lang="es-CO" dirty="0"/>
              <a:t>, redirigir a la misma página de favoritos.</a:t>
            </a:r>
          </a:p>
        </p:txBody>
      </p:sp>
    </p:spTree>
    <p:extLst>
      <p:ext uri="{BB962C8B-B14F-4D97-AF65-F5344CB8AC3E}">
        <p14:creationId xmlns:p14="http://schemas.microsoft.com/office/powerpoint/2010/main" val="15849544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7. </a:t>
            </a:r>
            <a:r>
              <a:rPr lang="es-CO" dirty="0"/>
              <a:t>Agregar productos al carrito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s-ES" dirty="0"/>
              <a:t>Escuchar evento clic al botón correspondiente a añadir al carrito de compras de cada </a:t>
            </a:r>
            <a:r>
              <a:rPr lang="es-ES" dirty="0" err="1"/>
              <a:t>card</a:t>
            </a:r>
            <a:r>
              <a:rPr lang="es-ES" dirty="0"/>
              <a:t>.</a:t>
            </a:r>
          </a:p>
          <a:p>
            <a:pPr algn="just"/>
            <a:r>
              <a:rPr lang="es-ES" dirty="0"/>
              <a:t>Capturar el id correspondiente a esa </a:t>
            </a:r>
            <a:r>
              <a:rPr lang="es-ES" dirty="0" err="1"/>
              <a:t>card</a:t>
            </a:r>
            <a:r>
              <a:rPr lang="es-ES" dirty="0"/>
              <a:t> y con el método </a:t>
            </a:r>
            <a:r>
              <a:rPr lang="es-ES" dirty="0" err="1"/>
              <a:t>push</a:t>
            </a:r>
            <a:r>
              <a:rPr lang="es-ES" dirty="0"/>
              <a:t> para </a:t>
            </a:r>
            <a:r>
              <a:rPr lang="es-ES" dirty="0" err="1"/>
              <a:t>arrays</a:t>
            </a:r>
            <a:r>
              <a:rPr lang="es-ES" dirty="0"/>
              <a:t> se añadirá el respectivo producto en el </a:t>
            </a:r>
            <a:r>
              <a:rPr lang="es-ES" dirty="0" err="1"/>
              <a:t>arrays</a:t>
            </a:r>
            <a:r>
              <a:rPr lang="es-ES" dirty="0"/>
              <a:t> donde se encuentren todos los productos en el carrito.</a:t>
            </a:r>
          </a:p>
          <a:p>
            <a:pPr algn="just"/>
            <a:r>
              <a:rPr lang="es-ES" dirty="0"/>
              <a:t>Actualizar el </a:t>
            </a:r>
            <a:r>
              <a:rPr lang="es-ES" dirty="0" err="1"/>
              <a:t>sessionStorage</a:t>
            </a:r>
            <a:r>
              <a:rPr lang="es-ES" dirty="0"/>
              <a:t>.</a:t>
            </a:r>
          </a:p>
          <a:p>
            <a:pPr algn="just"/>
            <a:r>
              <a:rPr lang="es-CO" dirty="0"/>
              <a:t>Variable auxiliar para modificar el contador de productos que hay en el carrito.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90408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ES" sz="2800" dirty="0"/>
              <a:t>10. El botón "</a:t>
            </a:r>
            <a:r>
              <a:rPr lang="es-ES" sz="2800" dirty="0" err="1"/>
              <a:t>Process</a:t>
            </a:r>
            <a:r>
              <a:rPr lang="es-ES" sz="2800" dirty="0"/>
              <a:t> </a:t>
            </a:r>
            <a:r>
              <a:rPr lang="es-ES" sz="2800" dirty="0" err="1"/>
              <a:t>To</a:t>
            </a:r>
            <a:r>
              <a:rPr lang="es-ES" sz="2800" dirty="0"/>
              <a:t> </a:t>
            </a:r>
            <a:r>
              <a:rPr lang="es-ES" sz="2800" dirty="0" err="1"/>
              <a:t>Checkout</a:t>
            </a:r>
            <a:r>
              <a:rPr lang="es-ES" sz="2800" dirty="0"/>
              <a:t>" debe abrir un formulario, donde permita ingresar: nombre, dirección y teléfono.</a:t>
            </a:r>
            <a:endParaRPr lang="es-CO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Escuchar evento clic al botón “</a:t>
            </a:r>
            <a:r>
              <a:rPr lang="es-ES" dirty="0" err="1"/>
              <a:t>Procces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Checkout</a:t>
            </a:r>
            <a:r>
              <a:rPr lang="es-ES" dirty="0"/>
              <a:t>”.</a:t>
            </a:r>
          </a:p>
          <a:p>
            <a:pPr algn="just"/>
            <a:r>
              <a:rPr lang="es-CO" dirty="0" err="1"/>
              <a:t>Windows.location.href</a:t>
            </a:r>
            <a:r>
              <a:rPr lang="es-ES" dirty="0"/>
              <a:t>, a la página correspondiente al formulario por diligenciar.</a:t>
            </a:r>
          </a:p>
          <a:p>
            <a:pPr algn="just"/>
            <a:r>
              <a:rPr lang="es-ES" dirty="0"/>
              <a:t>3 Input con </a:t>
            </a:r>
            <a:r>
              <a:rPr lang="es-ES" dirty="0" err="1"/>
              <a:t>placeholder</a:t>
            </a:r>
            <a:r>
              <a:rPr lang="es-ES" dirty="0"/>
              <a:t> relacionado para el nombre, la dirección y el teléfono del usuario que va a realizar la compra.</a:t>
            </a:r>
          </a:p>
          <a:p>
            <a:endParaRPr lang="es-ES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13704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s-ES" sz="2800" dirty="0"/>
              <a:t>12. Al presionar el botón "</a:t>
            </a:r>
            <a:r>
              <a:rPr lang="es-ES" sz="2800" dirty="0" err="1"/>
              <a:t>Buy</a:t>
            </a:r>
            <a:r>
              <a:rPr lang="es-ES" sz="2800" dirty="0"/>
              <a:t> </a:t>
            </a:r>
            <a:r>
              <a:rPr lang="es-ES" sz="2800" dirty="0" err="1"/>
              <a:t>Now</a:t>
            </a:r>
            <a:r>
              <a:rPr lang="es-ES" sz="2800" dirty="0"/>
              <a:t>" debe guardar la compra en un array de compras dentro del </a:t>
            </a:r>
            <a:r>
              <a:rPr lang="es-ES" sz="2800" dirty="0" err="1"/>
              <a:t>Json</a:t>
            </a:r>
            <a:r>
              <a:rPr lang="es-ES" sz="2800" dirty="0"/>
              <a:t>-Server.</a:t>
            </a:r>
            <a:endParaRPr lang="es-CO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Escuchador de eventos para el botón “</a:t>
            </a:r>
            <a:r>
              <a:rPr lang="es-ES" dirty="0" err="1"/>
              <a:t>Buy</a:t>
            </a:r>
            <a:r>
              <a:rPr lang="es-ES" dirty="0"/>
              <a:t> </a:t>
            </a:r>
            <a:r>
              <a:rPr lang="es-ES" dirty="0" err="1"/>
              <a:t>Now</a:t>
            </a:r>
            <a:r>
              <a:rPr lang="es-ES" dirty="0"/>
              <a:t>”. </a:t>
            </a:r>
          </a:p>
          <a:p>
            <a:pPr algn="just"/>
            <a:r>
              <a:rPr lang="es-ES" dirty="0"/>
              <a:t>Capturar los productos que se van a comprar usando la información que hay almacenada en el </a:t>
            </a:r>
            <a:r>
              <a:rPr lang="es-ES" dirty="0" err="1"/>
              <a:t>sessionStorage</a:t>
            </a:r>
            <a:r>
              <a:rPr lang="es-ES" dirty="0"/>
              <a:t> de los productos en el carrito.</a:t>
            </a:r>
          </a:p>
          <a:p>
            <a:pPr algn="just"/>
            <a:r>
              <a:rPr lang="es-ES" dirty="0"/>
              <a:t>Capturar los valores que se diligenciaron  en el formulario asociado a la compra. </a:t>
            </a:r>
          </a:p>
          <a:p>
            <a:pPr algn="just"/>
            <a:r>
              <a:rPr lang="es-ES" dirty="0"/>
              <a:t>Usar el verbo POST para crear un recurso asociado a la compra que se va a realizar. Los datos de esta compra será un array de objetos con la información de los dos ítem anteriores.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88374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s-ES" sz="3600" dirty="0"/>
              <a:t>13. En una página adicional de administrador, permitir al usuario:</a:t>
            </a:r>
            <a:endParaRPr lang="es-CO" sz="36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Crear un archivo con el nombre admin.html. </a:t>
            </a:r>
          </a:p>
          <a:p>
            <a:r>
              <a:rPr lang="es-ES" dirty="0"/>
              <a:t>Botones para modificar, borrar y añadir un producto.</a:t>
            </a:r>
          </a:p>
          <a:p>
            <a:pPr algn="just"/>
            <a:r>
              <a:rPr lang="es-ES" dirty="0"/>
              <a:t>Escuchador de clic para cada botón e identificación de a qué producto se le está dando clic con su ID.</a:t>
            </a:r>
          </a:p>
          <a:p>
            <a:pPr algn="just"/>
            <a:r>
              <a:rPr lang="es-ES" dirty="0"/>
              <a:t>Verbos GET, PUT, DELETE y POST para realizar la respectiva tarea en el JSON-server y posteriormente redirigir a la página donde se está nuevamente.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30901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AA214E-072E-1232-B658-1422AB9A0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16. Detalle narrativamente:</a:t>
            </a:r>
            <a:endParaRPr lang="es-CO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F859E33-4731-701C-7500-626BCF78F1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Funciones (</a:t>
            </a:r>
            <a:r>
              <a:rPr lang="es-ES" dirty="0" err="1"/>
              <a:t>arrow</a:t>
            </a:r>
            <a:r>
              <a:rPr lang="es-ES" dirty="0"/>
              <a:t> </a:t>
            </a:r>
            <a:r>
              <a:rPr lang="es-ES" dirty="0" err="1"/>
              <a:t>functions</a:t>
            </a:r>
            <a:r>
              <a:rPr lang="es-ES" dirty="0"/>
              <a:t>)</a:t>
            </a:r>
            <a:r>
              <a:rPr lang="es-CO" dirty="0"/>
              <a:t>.</a:t>
            </a:r>
          </a:p>
          <a:p>
            <a:r>
              <a:rPr lang="es-CO" dirty="0"/>
              <a:t>Peticiones </a:t>
            </a:r>
            <a:r>
              <a:rPr lang="es-CO" dirty="0" err="1"/>
              <a:t>HTTPs</a:t>
            </a:r>
            <a:r>
              <a:rPr lang="es-CO" dirty="0"/>
              <a:t> (GET, POST, PUT, PATCH, DELETE).</a:t>
            </a:r>
          </a:p>
          <a:p>
            <a:r>
              <a:rPr lang="es-ES" dirty="0"/>
              <a:t>Condicionales.</a:t>
            </a:r>
          </a:p>
          <a:p>
            <a:r>
              <a:rPr lang="es-ES" dirty="0"/>
              <a:t>JSON-server.</a:t>
            </a:r>
          </a:p>
          <a:p>
            <a:r>
              <a:rPr lang="es-ES" dirty="0"/>
              <a:t>Eventos.</a:t>
            </a:r>
          </a:p>
          <a:p>
            <a:r>
              <a:rPr lang="es-ES" dirty="0"/>
              <a:t>Métodos del DOM HTML.</a:t>
            </a:r>
          </a:p>
          <a:p>
            <a:r>
              <a:rPr lang="es-ES" dirty="0" err="1"/>
              <a:t>Async</a:t>
            </a:r>
            <a:r>
              <a:rPr lang="es-ES" dirty="0"/>
              <a:t>/</a:t>
            </a:r>
            <a:r>
              <a:rPr lang="es-ES" dirty="0" err="1"/>
              <a:t>Await</a:t>
            </a:r>
            <a:r>
              <a:rPr lang="es-ES" dirty="0"/>
              <a:t> ó .</a:t>
            </a:r>
            <a:r>
              <a:rPr lang="es-ES" dirty="0" err="1"/>
              <a:t>then</a:t>
            </a:r>
            <a:r>
              <a:rPr lang="es-ES" dirty="0"/>
              <a:t>( ) .catch( )</a:t>
            </a:r>
          </a:p>
          <a:p>
            <a:r>
              <a:rPr lang="es-ES" dirty="0" err="1"/>
              <a:t>localStorage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7070989"/>
      </p:ext>
    </p:extLst>
  </p:cSld>
  <p:clrMapOvr>
    <a:masterClrMapping/>
  </p:clrMapOvr>
</p:sld>
</file>

<file path=ppt/theme/theme1.xml><?xml version="1.0" encoding="utf-8"?>
<a:theme xmlns:a="http://schemas.openxmlformats.org/drawingml/2006/main" name="BlockprintVTI">
  <a:themeElements>
    <a:clrScheme name="AnalogousFromLightSeedRightStep">
      <a:dk1>
        <a:srgbClr val="000000"/>
      </a:dk1>
      <a:lt1>
        <a:srgbClr val="FFFFFF"/>
      </a:lt1>
      <a:dk2>
        <a:srgbClr val="412524"/>
      </a:dk2>
      <a:lt2>
        <a:srgbClr val="E2E8E8"/>
      </a:lt2>
      <a:accent1>
        <a:srgbClr val="C69896"/>
      </a:accent1>
      <a:accent2>
        <a:srgbClr val="BA997F"/>
      </a:accent2>
      <a:accent3>
        <a:srgbClr val="AAA480"/>
      </a:accent3>
      <a:accent4>
        <a:srgbClr val="9BAA74"/>
      </a:accent4>
      <a:accent5>
        <a:srgbClr val="8FAC82"/>
      </a:accent5>
      <a:accent6>
        <a:srgbClr val="78B07E"/>
      </a:accent6>
      <a:hlink>
        <a:srgbClr val="568D8F"/>
      </a:hlink>
      <a:folHlink>
        <a:srgbClr val="7F7F7F"/>
      </a:folHlink>
    </a:clrScheme>
    <a:fontScheme name="Custom 56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printVTI" id="{AA8C8908-6BA4-477C-AEA4-CB6C32A1FE3B}" vid="{36392749-7C1D-4938-93BB-440CD2A1B0A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722</Words>
  <Application>Microsoft Office PowerPoint</Application>
  <PresentationFormat>Panorámica</PresentationFormat>
  <Paragraphs>65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Avenir Next LT Pro</vt:lpstr>
      <vt:lpstr>AvenirNext LT Pro Medium</vt:lpstr>
      <vt:lpstr>BlockprintVTI</vt:lpstr>
      <vt:lpstr>Presentación de PowerPoint</vt:lpstr>
      <vt:lpstr>Estructuración de carpetas</vt:lpstr>
      <vt:lpstr>Librerías externas o frameworks</vt:lpstr>
      <vt:lpstr>1. Consumir una lista de productos desde un JSON-server</vt:lpstr>
      <vt:lpstr>3. En la página principal, Filtrar por categoría de productos desde la página principal</vt:lpstr>
      <vt:lpstr>4. Al dar clic sobre un botón en la card del producto, debe permitir la opción de agregar a favoritos.</vt:lpstr>
      <vt:lpstr>6. Desde la página de favoritos al darle clic al corazón en la card del producto, el usuario debe tener la oportunidad de eliminar el producto de favoritos. </vt:lpstr>
      <vt:lpstr>7. Agregar productos al carrito </vt:lpstr>
      <vt:lpstr>10. El botón "Process To Checkout" debe abrir un formulario, donde permita ingresar: nombre, dirección y teléfono.</vt:lpstr>
      <vt:lpstr>12. Al presionar el botón "Buy Now" debe guardar la compra en un array de compras dentro del Json-Server.</vt:lpstr>
      <vt:lpstr>13. En una página adicional de administrador, permitir al usuario:</vt:lpstr>
      <vt:lpstr>16. Detalle narrativamente: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Andrés Parra</dc:creator>
  <cp:lastModifiedBy>Andrés Parra</cp:lastModifiedBy>
  <cp:revision>6</cp:revision>
  <dcterms:created xsi:type="dcterms:W3CDTF">2023-03-27T04:01:49Z</dcterms:created>
  <dcterms:modified xsi:type="dcterms:W3CDTF">2023-03-27T19:07:37Z</dcterms:modified>
</cp:coreProperties>
</file>